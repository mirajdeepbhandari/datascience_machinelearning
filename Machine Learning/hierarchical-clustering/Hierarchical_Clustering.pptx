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58" r:id="rId12"/>
    <p:sldId id="259" r:id="rId13"/>
    <p:sldId id="260" r:id="rId14"/>
    <p:sldId id="261" r:id="rId15"/>
    <p:sldId id="26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265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359" y="2381910"/>
            <a:ext cx="5229225" cy="487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Hierarchical Clustering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28625" y="3053758"/>
            <a:ext cx="522922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Data Relationships Through Hierarchies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28625" y="3696695"/>
            <a:ext cx="522922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299E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Presented by Miraj Deep Bhandari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57850" y="-7144"/>
            <a:ext cx="3486150" cy="51435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56106"/>
            <a:ext cx="5664994" cy="83581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Hierarchical Clustering?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2149125"/>
            <a:ext cx="27610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Intuitive Grouping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2415229"/>
            <a:ext cx="27610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Organizes data into a family-tree of related clusters.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332559" y="2149125"/>
            <a:ext cx="27610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Nested Structure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32559" y="2415229"/>
            <a:ext cx="27610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Shows how small groups fit into larger categories.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3140990"/>
            <a:ext cx="27610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 Mapping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3407094"/>
            <a:ext cx="276105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Uses a dendrogram to reveal relationships.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32559" y="3140990"/>
            <a:ext cx="27610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Preset Clusters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32559" y="3407094"/>
            <a:ext cx="27610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Explore groupings without fixing their number first.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93619" y="0"/>
            <a:ext cx="3050381" cy="51435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DB85A-9338-7F5E-DA18-FA785027D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16827"/>
            <a:ext cx="8178799" cy="410984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7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FC137-B266-29EA-C7E6-95DC16F0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55932-45FD-CFF4-85B5-B21ACFA95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98613"/>
            <a:ext cx="8178799" cy="3946272"/>
          </a:xfrm>
          <a:prstGeom prst="rect">
            <a:avLst/>
          </a:prstGeom>
          <a:ln>
            <a:noFill/>
          </a:ln>
        </p:spPr>
      </p:pic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4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B51048-2E96-05BA-F4E5-CE669FF54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88391"/>
            <a:ext cx="8178799" cy="396671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0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2AEC4-54EE-9502-7A3C-91DFE8E8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799D8-F266-6FC0-55EE-BE7135E0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57720"/>
            <a:ext cx="8178799" cy="402805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5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1E97A-39DD-D191-D388-ADAEB3E4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BCCE68-268C-D944-F311-FA234942D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9732"/>
            <a:ext cx="8178799" cy="384403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6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C754E-D990-5BA7-F39E-0095B8BF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FC2394-DE80-AAFE-5780-780821E86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06602"/>
            <a:ext cx="8178799" cy="413029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8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988D7-93E2-1326-C3E8-2A790DE6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CBD837-A097-46A4-278E-12946C903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58" y="482600"/>
            <a:ext cx="6213082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6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8719F6-C3B9-653F-077B-393ED8AC9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18" y="680945"/>
            <a:ext cx="8178799" cy="36395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7313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86063" cy="2517977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856106"/>
            <a:ext cx="2357438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Bottom-Up vs. Top-Down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214688" y="771525"/>
            <a:ext cx="1550194" cy="32861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Agglomerative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14688" y="1414463"/>
            <a:ext cx="2464594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"Bottom-Up" Strategy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14688" y="1737717"/>
            <a:ext cx="246459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Starts with each data point as its own individual cluster and progressively merges them based on similarity.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65031" y="771525"/>
            <a:ext cx="816173" cy="328613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Divisive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65031" y="1414463"/>
            <a:ext cx="2464594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"Top-Down" Strategy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65031" y="1737717"/>
            <a:ext cx="246459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Starts with all data points in one single cluster and recursively splits it into smaller ones.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19332" cy="51435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312189" y="0"/>
            <a:ext cx="7144" cy="5143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856106"/>
            <a:ext cx="260032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Dendrogram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1893345"/>
            <a:ext cx="26003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 dendrogram is a tree-like diagram that records the sequences of merges or splits, providing a complete map of your data's relationships.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743325" y="757238"/>
            <a:ext cx="482917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Tree Visualization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743325" y="1112639"/>
            <a:ext cx="48291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It visually represents the hierarchy of clusters, showing exactly how individual data points evolve into larger groups.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743325" y="1809824"/>
            <a:ext cx="482917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Similarity at a Glance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43325" y="2165226"/>
            <a:ext cx="48291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vertical axis represents distance or dissimilarity. Shorter vertical lines connecting two groups mean they are more similar.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43325" y="2862411"/>
            <a:ext cx="482917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Flexible Choice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43325" y="3217813"/>
            <a:ext cx="48291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You can "cut" the tree at any horizontal level to determine the number of clusters that best fits your specific analysis needs.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75347" cy="5143500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856106"/>
            <a:ext cx="2346722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Use Hierarchical?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346847" y="742950"/>
            <a:ext cx="2469952" cy="28753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Complex Data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346847" y="1244798"/>
            <a:ext cx="246995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Better at finding clusters with unusual or non-spherical shapes than simple methods like K-Means.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102548" y="742950"/>
            <a:ext cx="2469952" cy="28753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Clear Relationships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02548" y="1244798"/>
            <a:ext cx="246995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Shows not just that items are grouped, but exactly how they are related through a nested hierarchy.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346847" y="2447739"/>
            <a:ext cx="2469952" cy="28753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Consistent Results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46847" y="2949587"/>
            <a:ext cx="246995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Provides the same outcome every time you run it on the same data, ensuring reliability in your analysis.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02548" y="2447739"/>
            <a:ext cx="2469952" cy="28753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Guesswork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02548" y="2949587"/>
            <a:ext cx="246995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Eliminates the need to guess the number of clusters beforehand, allowing the data to speak for itself.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856106"/>
            <a:ext cx="3823692" cy="53220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Real-World Examples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143000" y="1959815"/>
            <a:ext cx="428625" cy="428625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798" y="2074115"/>
            <a:ext cx="225028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2731340"/>
            <a:ext cx="183773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43000" y="3183182"/>
            <a:ext cx="22860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Grouping shoppers by their purchasing habits and preferences to create highly targeted marketing campaigns and personalized experiences.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714750" y="1959815"/>
            <a:ext cx="428625" cy="428625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552" y="2074115"/>
            <a:ext cx="175022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14750" y="2731340"/>
            <a:ext cx="142160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Biological Trees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714750" y="3183182"/>
            <a:ext cx="22860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Showing how different species, genes, or proteins are related through evolutionary history, creating intuitive "family trees" of life.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286500" y="1959815"/>
            <a:ext cx="428625" cy="428625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298" y="2074115"/>
            <a:ext cx="225028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6500" y="2731340"/>
            <a:ext cx="150554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Document Filing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286500" y="3183182"/>
            <a:ext cx="22860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Automatically organizing large collections of digital files or news articles into intuitive folders and subfolders based on content similarity.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998981"/>
            <a:ext cx="5229225" cy="41790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Summary: Key Takeaways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731215"/>
            <a:ext cx="52292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 &amp; Intuitive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2111620"/>
            <a:ext cx="52292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best choice for exploring data when you don't know the cluster count in advance.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8625" y="2690264"/>
            <a:ext cx="52292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Hierarchy Matters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3070668"/>
            <a:ext cx="52292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Reveals the natural "levels" and nested relationships within your data points.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3649312"/>
            <a:ext cx="52292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Versatile Tool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4029717"/>
            <a:ext cx="5229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 standard technique for pattern discovery across marketing, biology, and data organization.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8625" y="4629792"/>
            <a:ext cx="52292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99E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57850" y="0"/>
            <a:ext cx="3486150" cy="51435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2e4901-b5ad-42ae-9e9d-f456e52148af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428</Words>
  <Application>Microsoft Office PowerPoint</Application>
  <PresentationFormat>On-screen Show (16:9)</PresentationFormat>
  <Paragraphs>58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Montserrat Bold</vt:lpstr>
      <vt:lpstr>Arial</vt:lpstr>
      <vt:lpstr>Montserrat</vt:lpstr>
      <vt:lpstr>Open Sans</vt:lpstr>
      <vt:lpstr>Open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4</cp:revision>
  <dcterms:created xsi:type="dcterms:W3CDTF">2026-06-27T13:12:47Z</dcterms:created>
  <dcterms:modified xsi:type="dcterms:W3CDTF">2026-06-27T14:28:21Z</dcterms:modified>
</cp:coreProperties>
</file>