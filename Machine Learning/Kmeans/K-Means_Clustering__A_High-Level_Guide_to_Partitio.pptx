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58" r:id="rId10"/>
    <p:sldId id="259" r:id="rId11"/>
    <p:sldId id="270" r:id="rId12"/>
    <p:sldId id="261" r:id="rId13"/>
    <p:sldId id="262" r:id="rId14"/>
    <p:sldId id="26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350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202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26939" y="1555384"/>
            <a:ext cx="6690122" cy="2032732"/>
          </a:xfrm>
          <a:prstGeom prst="rect">
            <a:avLst/>
          </a:prstGeom>
          <a:solidFill>
            <a:srgbClr val="F0E6E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98389" y="2109722"/>
            <a:ext cx="6347222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400" kern="0" spc="3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K-MEANS CLUSTERING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798956"/>
            <a:ext cx="5040641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kern="0" spc="2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THE MATHEMATICAL HEART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515117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35831" y="1486542"/>
            <a:ext cx="1494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Defining Centroids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57225" y="1786579"/>
            <a:ext cx="4286250" cy="411435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 centroid represents the arithmetic mean (average) of all data points within a specific cluster, serving as its geometric center.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66" y="2783801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5831" y="2831197"/>
            <a:ext cx="13180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Distance Metrics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599326" y="3085904"/>
            <a:ext cx="4286250" cy="17248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Proximity is typically measured using Euclidean distance.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7DB0CD-FD7C-A1F2-391D-62132AFB0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36" y="342900"/>
            <a:ext cx="7491928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3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A72510-600D-B1D8-59E7-69A385E9A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36" y="342900"/>
            <a:ext cx="7491928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4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538061-B48B-7640-6E2F-341FD12C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53" y="342900"/>
            <a:ext cx="7248294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8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8552B6-3256-68E5-AF54-B6DE460B4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81" y="342900"/>
            <a:ext cx="7189837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8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C93007-A211-EC5A-B987-F8468DD1C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49" y="342900"/>
            <a:ext cx="7429501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0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CEB7C2-2265-CFCF-8B45-19C9F0C90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10" y="342900"/>
            <a:ext cx="7337779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2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514350"/>
            <a:ext cx="840105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kern="0" spc="2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THE FOUR-STEP ITERATIVE CYCLE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036219" y="2522637"/>
            <a:ext cx="1071563" cy="1071563"/>
          </a:xfrm>
          <a:prstGeom prst="ellipse">
            <a:avLst/>
          </a:prstGeom>
          <a:solidFill>
            <a:srgbClr val="4A4E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2915543"/>
            <a:ext cx="285750" cy="285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14725" y="1344811"/>
            <a:ext cx="2571750" cy="930083"/>
          </a:xfrm>
          <a:prstGeom prst="rect">
            <a:avLst/>
          </a:prstGeom>
          <a:solidFill>
            <a:srgbClr val="F0E6E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657600" y="1487686"/>
            <a:ext cx="2286000" cy="25003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1. INITIALIZATION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657600" y="1794867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Randomly select 'K' starting points from the dataset to act as the initial cluster centroids.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5772150" y="2844998"/>
            <a:ext cx="2571750" cy="770074"/>
          </a:xfrm>
          <a:prstGeom prst="rect">
            <a:avLst/>
          </a:prstGeom>
          <a:solidFill>
            <a:srgbClr val="F0E6E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15025" y="2987873"/>
            <a:ext cx="2286000" cy="25003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2. ASSIGNMENT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915025" y="3295055"/>
            <a:ext cx="22860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Map every data point to its closest centroid based on Euclidean distance calculations.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514725" y="3841942"/>
            <a:ext cx="2571750" cy="930083"/>
          </a:xfrm>
          <a:prstGeom prst="rect">
            <a:avLst/>
          </a:prstGeom>
          <a:solidFill>
            <a:srgbClr val="F0E6E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657600" y="3984817"/>
            <a:ext cx="2286000" cy="25003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3. UPDATE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57600" y="4291998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Calculate the new arithmetic mean of all points in each cluster and shift the centroid to this new location.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800100" y="2844998"/>
            <a:ext cx="2571750" cy="930083"/>
          </a:xfrm>
          <a:prstGeom prst="rect">
            <a:avLst/>
          </a:prstGeom>
          <a:solidFill>
            <a:srgbClr val="F0E6E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42975" y="2987873"/>
            <a:ext cx="2286000" cy="25003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4. CONVERGENCE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942975" y="3295055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8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Repeat steps 2 and 3 until centroid positions stabilize or the maximum iteration limit is reached.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798956"/>
            <a:ext cx="3914775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kern="0" spc="2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THE ELBOW METHOD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515117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35831" y="1486542"/>
            <a:ext cx="17377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Understanding Inertia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57225" y="1786579"/>
            <a:ext cx="3571875" cy="5466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Inertia (WCSS) measures the sum of squared distances between points and their centroids. Lower inertia indicates more compact clusters.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2682339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35831" y="2653764"/>
            <a:ext cx="12823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Elbow Point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57225" y="2953801"/>
            <a:ext cx="3571875" cy="6171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By plotting inertia against K, we identify the "Elbow"—the point where adding more clusters yields diminishing returns in error reduction.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3849560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8694" y="3820985"/>
            <a:ext cx="1294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Optimal Balance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57225" y="4121023"/>
            <a:ext cx="3571875" cy="411435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elbow represents the ideal trade-off between model accuracy and computational complexity.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4743450" y="800100"/>
            <a:ext cx="3571875" cy="300037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942975"/>
            <a:ext cx="3571875" cy="28575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321201" y="3943350"/>
            <a:ext cx="2416373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Typical Elbow Plot: Inertia vs. Number of Clusters (K)</a:t>
            </a:r>
            <a:endParaRPr lang="en-US" sz="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B7FF13-0797-6848-2F6E-DA9EA3094A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8260" y="1383138"/>
            <a:ext cx="1828958" cy="4381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A31E9B6-F248-AE15-574F-6F9E8DD63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71" y="381527"/>
            <a:ext cx="8570049" cy="4151980"/>
          </a:xfrm>
          <a:prstGeom prst="rect">
            <a:avLst/>
          </a:prstGeom>
        </p:spPr>
      </p:pic>
      <p:pic>
        <p:nvPicPr>
          <p:cNvPr id="3" name="Image 4" descr="preencoded.png">
            <a:extLst>
              <a:ext uri="{FF2B5EF4-FFF2-40B4-BE49-F238E27FC236}">
                <a16:creationId xmlns:a16="http://schemas.microsoft.com/office/drawing/2014/main" id="{5A9D32A1-7CAF-22CD-71EC-FD7F01E0D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880" y="1081711"/>
            <a:ext cx="357187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442913"/>
            <a:ext cx="840105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kern="0" spc="2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57225" y="1344811"/>
            <a:ext cx="428625" cy="428625"/>
          </a:xfrm>
          <a:prstGeom prst="ellipse">
            <a:avLst/>
          </a:prstGeom>
          <a:solidFill>
            <a:srgbClr val="4A4E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22" y="1459111"/>
            <a:ext cx="250031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28725" y="1451074"/>
            <a:ext cx="2073473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57225" y="1880592"/>
            <a:ext cx="37719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Retailers analyze purchasing behavior to group customers for highly targeted marketing campaigns and personalized loyalty programs.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714875" y="1344811"/>
            <a:ext cx="428625" cy="428625"/>
          </a:xfrm>
          <a:prstGeom prst="ellipse">
            <a:avLst/>
          </a:prstGeom>
          <a:solidFill>
            <a:srgbClr val="4A4E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459111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86375" y="1451074"/>
            <a:ext cx="1639491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IMAGE COMPRESSION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714875" y="1880592"/>
            <a:ext cx="37719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By clustering similar pixel values and replacing them with centroid colors, K-Means significantly reduces file sizes while preserving visual structure.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57225" y="3415605"/>
            <a:ext cx="428625" cy="428625"/>
          </a:xfrm>
          <a:prstGeom prst="ellipse">
            <a:avLst/>
          </a:prstGeom>
          <a:solidFill>
            <a:srgbClr val="4A4E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529905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28725" y="3521869"/>
            <a:ext cx="1626989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57225" y="3951387"/>
            <a:ext cx="37719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 cybersecurity and finance, data points that fall significantly far from any cluster centroid are flagged as potential fraud or system failures.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714875" y="3415605"/>
            <a:ext cx="428625" cy="428625"/>
          </a:xfrm>
          <a:prstGeom prst="ellipse">
            <a:avLst/>
          </a:prstGeom>
          <a:solidFill>
            <a:srgbClr val="4A4E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4178" y="3529905"/>
            <a:ext cx="150019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86375" y="3521869"/>
            <a:ext cx="2037755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DOCUMENT ORGANIZATION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714875" y="3951387"/>
            <a:ext cx="37719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Large digital libraries use K-Means to automatically categorize millions of documents into intuitive topics like Finance, Technology, or Healthcare.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514350"/>
            <a:ext cx="840105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kern="0" spc="2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BALANCING SIMPLICITY &amp; LIMITATIONS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218902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4406" y="1201936"/>
            <a:ext cx="107692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Key Strengths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57225" y="1707356"/>
            <a:ext cx="36290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A4E6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Computational Efficiency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7225" y="1952030"/>
            <a:ext cx="36290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Scales gracefully to massive datasets and is guaranteed to reach convergence quickly.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7225" y="2494955"/>
            <a:ext cx="36290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A4E6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Ease of Implementation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57225" y="2739628"/>
            <a:ext cx="36290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Straightforward mathematical logic makes it highly interpretable and easy to deploy.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218902"/>
            <a:ext cx="200025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64931" y="1201936"/>
            <a:ext cx="14859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Critical Constraints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857750" y="1707356"/>
            <a:ext cx="36290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A4E6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Outlier Sensitivity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857750" y="1916311"/>
            <a:ext cx="36290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Extreme values can disproportionately pull centroids away, distorting cluster boundaries.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753698" y="2650085"/>
            <a:ext cx="36290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A4E6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Geometric Bias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53698" y="2846581"/>
            <a:ext cx="36290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Naturally seeks spherical clusters, struggling with elongated or complex non-linear shapes.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514350"/>
            <a:ext cx="840105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kern="0" spc="2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FUTURE DIRECTIONS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541264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225" y="1941314"/>
            <a:ext cx="2419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HIGH DIMENSIONS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57225" y="2248495"/>
            <a:ext cx="241933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Integrating Principal Component Analysis (PCA) to reduce noise and overcome the "curse of dimensionality" before clustering.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306" y="1541264"/>
            <a:ext cx="257175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62306" y="1941314"/>
            <a:ext cx="24193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COMPLEX SHAPES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3362306" y="2248495"/>
            <a:ext cx="241935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Combining K-Means with density-based algorithms like DBSCAN to handle irregular clusters and varying data densities.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416" y="1541264"/>
            <a:ext cx="28575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67416" y="1941314"/>
            <a:ext cx="2419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Roboto Condensed Light" pitchFamily="34" charset="0"/>
                <a:ea typeface="Roboto Condensed Light" pitchFamily="34" charset="-122"/>
                <a:cs typeface="Roboto Condensed Light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067416" y="2248495"/>
            <a:ext cx="24193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3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Developing robust, automated methods for K-selection to minimize human bias and improve model reproducibility.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57225" y="4061222"/>
            <a:ext cx="7143750" cy="5679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"Despite its age, K-Means remains a fundamental pillar of machine learning, providing a clear, interpretable, and high-performance starting point for understanding unlabeled data."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467</Words>
  <Application>Microsoft Office PowerPoint</Application>
  <PresentationFormat>On-screen Show (16:9)</PresentationFormat>
  <Paragraphs>58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Playfair Display</vt:lpstr>
      <vt:lpstr>Playfair Display SemiBold</vt:lpstr>
      <vt:lpstr>Roboto 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7</cp:revision>
  <dcterms:created xsi:type="dcterms:W3CDTF">2026-06-24T12:20:07Z</dcterms:created>
  <dcterms:modified xsi:type="dcterms:W3CDTF">2026-06-24T16:04:17Z</dcterms:modified>
</cp:coreProperties>
</file>