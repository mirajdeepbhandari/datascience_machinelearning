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3" r:id="rId7"/>
    <p:sldId id="260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902" y="4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78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542994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750" b="1" i="1" dirty="0">
                <a:solidFill>
                  <a:srgbClr val="11353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YOLO: The Speed King of Object Detection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914400" y="3314644"/>
            <a:ext cx="73152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Real-Time Detection Simplified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4193" y="3752199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37074" y="3736125"/>
            <a:ext cx="1862733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0206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Look Once, Detect All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3116461" y="4757738"/>
            <a:ext cx="291107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 High-Level Introduction to Computer Vision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3231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i="1" dirty="0">
                <a:solidFill>
                  <a:srgbClr val="11353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How YOLO "Sees": The Bounding Box Vector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056" y="1468682"/>
            <a:ext cx="357188" cy="3571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956243"/>
            <a:ext cx="26289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Object Presence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2308073"/>
            <a:ext cx="2628900" cy="54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Is there an object here? The model first predicts the probability of an object's existence.</a:t>
            </a:r>
            <a:endParaRPr lang="en-US" sz="950" b="1" dirty="0"/>
          </a:p>
        </p:txBody>
      </p:sp>
      <p:sp>
        <p:nvSpPr>
          <p:cNvPr id="7" name="Shape 3"/>
          <p:cNvSpPr/>
          <p:nvPr/>
        </p:nvSpPr>
        <p:spPr>
          <a:xfrm>
            <a:off x="457200" y="3010951"/>
            <a:ext cx="2628900" cy="657225"/>
          </a:xfrm>
          <a:prstGeom prst="rect">
            <a:avLst/>
          </a:prstGeom>
          <a:solidFill>
            <a:srgbClr val="11353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457200" y="3010951"/>
            <a:ext cx="2628900" cy="14288"/>
          </a:xfrm>
          <a:prstGeom prst="rect">
            <a:avLst/>
          </a:prstGeom>
          <a:solidFill>
            <a:srgbClr val="1135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57200" y="3082389"/>
            <a:ext cx="26289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pc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78163" y="3275270"/>
            <a:ext cx="158697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 = Empty, 1 = Object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730" y="1468682"/>
            <a:ext cx="312539" cy="3571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7550" y="1956243"/>
            <a:ext cx="26289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Spatial Location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3257550" y="2308073"/>
            <a:ext cx="2628900" cy="54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Where is it exactly? Four numbers define the precise box surrounding the detected object.</a:t>
            </a:r>
            <a:endParaRPr lang="en-US" sz="950" b="1" dirty="0"/>
          </a:p>
        </p:txBody>
      </p:sp>
      <p:sp>
        <p:nvSpPr>
          <p:cNvPr id="14" name="Shape 9"/>
          <p:cNvSpPr/>
          <p:nvPr/>
        </p:nvSpPr>
        <p:spPr>
          <a:xfrm>
            <a:off x="3257550" y="3010951"/>
            <a:ext cx="2628900" cy="657225"/>
          </a:xfrm>
          <a:prstGeom prst="rect">
            <a:avLst/>
          </a:prstGeom>
          <a:solidFill>
            <a:srgbClr val="11353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257550" y="3010951"/>
            <a:ext cx="2628900" cy="14288"/>
          </a:xfrm>
          <a:prstGeom prst="rect">
            <a:avLst/>
          </a:prstGeom>
          <a:solidFill>
            <a:srgbClr val="1135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3257550" y="3082389"/>
            <a:ext cx="26289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x, y, w, h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764887" y="3324205"/>
            <a:ext cx="161422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Center &amp; Dimensions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3756" y="1468682"/>
            <a:ext cx="357188" cy="3571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57900" y="1956243"/>
            <a:ext cx="26289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Identity Label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6057900" y="2308073"/>
            <a:ext cx="2628900" cy="54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What is the object? A classification label identifies the category from a predefined list.</a:t>
            </a:r>
            <a:endParaRPr lang="en-US" sz="950" b="1" dirty="0"/>
          </a:p>
        </p:txBody>
      </p:sp>
      <p:sp>
        <p:nvSpPr>
          <p:cNvPr id="21" name="Shape 15"/>
          <p:cNvSpPr/>
          <p:nvPr/>
        </p:nvSpPr>
        <p:spPr>
          <a:xfrm>
            <a:off x="6057900" y="3010951"/>
            <a:ext cx="2628900" cy="657225"/>
          </a:xfrm>
          <a:prstGeom prst="rect">
            <a:avLst/>
          </a:prstGeom>
          <a:solidFill>
            <a:srgbClr val="113537">
              <a:alpha val="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6057900" y="3010951"/>
            <a:ext cx="2628900" cy="14288"/>
          </a:xfrm>
          <a:prstGeom prst="rect">
            <a:avLst/>
          </a:prstGeom>
          <a:solidFill>
            <a:srgbClr val="1135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057900" y="3082389"/>
            <a:ext cx="26289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Class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575657" y="3275270"/>
            <a:ext cx="159338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e.g., Car, Person, Dog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20E27-035F-583F-CFB6-73E5D53A5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58" y="472192"/>
            <a:ext cx="7962083" cy="404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2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06087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i="1" dirty="0">
                <a:solidFill>
                  <a:srgbClr val="11353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Roboflow: The Ultimate Toolkit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57200" y="1670493"/>
            <a:ext cx="3497563" cy="96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Training a YOLO model requires high-quality labeled data. Roboflow simplifies this entire process, allowing developers to focus on building rather than data management.</a:t>
            </a:r>
            <a:endParaRPr lang="en-US" sz="1250" b="1" dirty="0"/>
          </a:p>
        </p:txBody>
      </p:sp>
      <p:sp>
        <p:nvSpPr>
          <p:cNvPr id="5" name="Text 2"/>
          <p:cNvSpPr/>
          <p:nvPr/>
        </p:nvSpPr>
        <p:spPr>
          <a:xfrm>
            <a:off x="457200" y="3213488"/>
            <a:ext cx="3291818" cy="392906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"The bridge between raw images and a trained model."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56193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2063" y="1499043"/>
            <a:ext cx="361473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Annotate &amp; Label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5072063" y="1763362"/>
            <a:ext cx="3614738" cy="36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Easily draw bounding boxes around objects in your images with intuitive tools.</a:t>
            </a:r>
            <a:endParaRPr lang="en-US" sz="11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323421"/>
            <a:ext cx="200025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72063" y="2266271"/>
            <a:ext cx="361473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Augment Data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5072063" y="2530590"/>
            <a:ext cx="3614738" cy="36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Multiply your dataset size by creating variations (flips, rotations, blurs) automatically.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090649"/>
            <a:ext cx="257175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72063" y="3033499"/>
            <a:ext cx="361473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One-Click Export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5072063" y="3297817"/>
            <a:ext cx="3614738" cy="36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Export your dataset in the exact format YOLO needs to start learning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3231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i="1" dirty="0">
                <a:solidFill>
                  <a:srgbClr val="11353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Precision Matters: IoU and Loss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288" y="1724072"/>
            <a:ext cx="428625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2946" y="2349150"/>
            <a:ext cx="370330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IoU (Intersection over Union)</a:t>
            </a:r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662946" y="2759915"/>
            <a:ext cx="37033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 metric that measures how well the predicted box overlaps with the real object. It tells us the accuracy of the box placement.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62946" y="3660028"/>
            <a:ext cx="3703309" cy="38576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1353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Area of Overlap / Area of Union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509" y="1724072"/>
            <a:ext cx="535781" cy="4286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77746" y="2349150"/>
            <a:ext cx="370330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Loss Function</a:t>
            </a:r>
            <a:endParaRPr lang="en-US" sz="1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4777746" y="2759915"/>
            <a:ext cx="37033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"teacher" that tells the model how far off its guesses are. Training aims to minimize this value for better predictions.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777746" y="3660028"/>
            <a:ext cx="3703309" cy="38576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1353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Minimize Error = Maximize Accuracy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7DC12A-FEF2-AB7D-9D0B-3FD1DD6BD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77" y="562131"/>
            <a:ext cx="8425154" cy="364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83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3231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i="1" dirty="0">
                <a:solidFill>
                  <a:srgbClr val="11353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From Traffic to Medicine: YOLO in Action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769" y="1741931"/>
            <a:ext cx="5715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2956" y="2434875"/>
            <a:ext cx="2143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Autonomous Vehicles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792956" y="2808136"/>
            <a:ext cx="2143125" cy="54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Identifying pedestrians, signs, and other cars in milliseconds to ensure safe and smart driving.</a:t>
            </a:r>
            <a:endParaRPr lang="en-US" sz="950" b="1" dirty="0"/>
          </a:p>
        </p:txBody>
      </p:sp>
      <p:sp>
        <p:nvSpPr>
          <p:cNvPr id="7" name="Text 3"/>
          <p:cNvSpPr/>
          <p:nvPr/>
        </p:nvSpPr>
        <p:spPr>
          <a:xfrm>
            <a:off x="1433888" y="3568164"/>
            <a:ext cx="861261" cy="15068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REAL-TIME SAFETY</a:t>
            </a:r>
            <a:endParaRPr lang="en-US" sz="700" b="1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825" y="1741931"/>
            <a:ext cx="51435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00438" y="2434875"/>
            <a:ext cx="2143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Healthcare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3500438" y="2808136"/>
            <a:ext cx="2143125" cy="54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Assisting doctors by detecting anomalies or specific structures in medical scans with high precision.</a:t>
            </a:r>
            <a:endParaRPr lang="en-US" sz="950" b="1" dirty="0"/>
          </a:p>
        </p:txBody>
      </p:sp>
      <p:sp>
        <p:nvSpPr>
          <p:cNvPr id="11" name="Text 6"/>
          <p:cNvSpPr/>
          <p:nvPr/>
        </p:nvSpPr>
        <p:spPr>
          <a:xfrm>
            <a:off x="4188786" y="3773881"/>
            <a:ext cx="766428" cy="15068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DIAGNOSTIC AID</a:t>
            </a:r>
            <a:endParaRPr lang="en-US" sz="700" b="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306" y="1741931"/>
            <a:ext cx="51435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7919" y="2434875"/>
            <a:ext cx="2143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chemeClr val="bg2">
                    <a:lumMod val="10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Security &amp; Retail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6207919" y="2808136"/>
            <a:ext cx="2143125" cy="54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Monitoring foot traffic, detecting shoplifting, or managing smart checkout systems efficiently.</a:t>
            </a:r>
            <a:endParaRPr lang="en-US" sz="950" b="1" dirty="0"/>
          </a:p>
        </p:txBody>
      </p:sp>
      <p:sp>
        <p:nvSpPr>
          <p:cNvPr id="15" name="Text 9"/>
          <p:cNvSpPr/>
          <p:nvPr/>
        </p:nvSpPr>
        <p:spPr>
          <a:xfrm>
            <a:off x="6803966" y="3568164"/>
            <a:ext cx="951030" cy="150682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SMART OPERATIONS</a:t>
            </a:r>
            <a:endParaRPr lang="en-US" sz="7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296339"/>
            <a:ext cx="7315200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i="1" dirty="0">
                <a:solidFill>
                  <a:srgbClr val="113537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YOLO is the Future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819" y="2212525"/>
            <a:ext cx="214313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2619719"/>
            <a:ext cx="2343150" cy="50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Unmatched Speed
Real-time detection for dynamic environments.</a:t>
            </a:r>
            <a:endParaRPr lang="en-US" sz="1000" b="1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2212525"/>
            <a:ext cx="285750" cy="285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00425" y="2619719"/>
            <a:ext cx="2343150" cy="50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High Accuracy
Precision that rivals complex, slower models.</a:t>
            </a:r>
            <a:endParaRPr lang="en-US" sz="1000" b="1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009" y="2212525"/>
            <a:ext cx="250031" cy="2857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886450" y="2619719"/>
            <a:ext cx="2343150" cy="50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Accessible AI
Simple architecture for developers at all levels.</a:t>
            </a:r>
            <a:endParaRPr lang="en-US" sz="1000" b="1" dirty="0"/>
          </a:p>
        </p:txBody>
      </p:sp>
      <p:sp>
        <p:nvSpPr>
          <p:cNvPr id="10" name="Text 4"/>
          <p:cNvSpPr/>
          <p:nvPr/>
        </p:nvSpPr>
        <p:spPr>
          <a:xfrm>
            <a:off x="2071688" y="3404053"/>
            <a:ext cx="5000625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353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Whether you're building a hobby project or a global application, YOLO is the most efficient way to give eyes to your code.</a:t>
            </a:r>
            <a:endParaRPr lang="en-US" sz="1100" b="1" dirty="0"/>
          </a:p>
        </p:txBody>
      </p:sp>
      <p:sp>
        <p:nvSpPr>
          <p:cNvPr id="11" name="Text 5"/>
          <p:cNvSpPr/>
          <p:nvPr/>
        </p:nvSpPr>
        <p:spPr>
          <a:xfrm>
            <a:off x="914400" y="3875540"/>
            <a:ext cx="73152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B05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Start Detecting Today.</a:t>
            </a:r>
            <a:endParaRPr lang="en-US" sz="16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2e4901-b5ad-42ae-9e9d-f456e52148af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417</Words>
  <Application>Microsoft Office PowerPoint</Application>
  <PresentationFormat>On-screen Show (16:9)</PresentationFormat>
  <Paragraphs>55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Montserrat Light</vt:lpstr>
      <vt:lpstr>Playfair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10</cp:revision>
  <dcterms:created xsi:type="dcterms:W3CDTF">2026-07-07T17:17:12Z</dcterms:created>
  <dcterms:modified xsi:type="dcterms:W3CDTF">2026-07-07T18:04:04Z</dcterms:modified>
</cp:coreProperties>
</file>